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098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7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21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7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9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5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4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8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5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75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0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944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028"/>
            <a:ext cx="1033272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1F5F9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IntelliDocs</a:t>
            </a:r>
          </a:p>
          <a:p>
            <a:pPr>
              <a:spcBef>
                <a:spcPts val="1400"/>
              </a:spcBef>
              <a:defRPr sz="2600">
                <a:solidFill>
                  <a:srgbClr val="0EA5E9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Document Q&amp;A &amp; Retrieval System</a:t>
            </a:r>
          </a:p>
          <a:p>
            <a:pPr>
              <a:spcBef>
                <a:spcPts val="40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Local Retrieval-Augmented Generation (RAG) Architecture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491FC-BFDF-AB77-5522-6BE31E07DA9E}"/>
              </a:ext>
            </a:extLst>
          </p:cNvPr>
          <p:cNvSpPr txBox="1"/>
          <p:nvPr/>
        </p:nvSpPr>
        <p:spPr>
          <a:xfrm>
            <a:off x="1189703" y="3618721"/>
            <a:ext cx="56830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Kotra Rupak Srinivas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Regd.No: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Y23ACS485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6607" y="2139696"/>
            <a:ext cx="106984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Bridging the Information Gap: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IntelliDocs automates the ingestion and scanning of local files, unlocking unstructured data for direct natural-language querying.</a:t>
            </a:r>
          </a:p>
          <a:p>
            <a:pPr>
              <a:spcAft>
                <a:spcPts val="16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Multi-Format Parsing support: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Extracts structured text from documents, PDFs, presentations, spreadsheets, and markdown automatically, resolving formats dynamically.</a:t>
            </a:r>
          </a:p>
          <a:p>
            <a:pPr>
              <a:spcAft>
                <a:spcPts val="16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Context-Aware Semantic Search: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Leverages dense vector spaces to search documents by overall meaning and concept instead of relying on fragile keyword matching.</a:t>
            </a:r>
          </a:p>
          <a:p>
            <a:pPr>
              <a:spcAft>
                <a:spcPts val="16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100% On-Device Search Indexing: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search database files directly on disk, enabling lightning-fast similarity lookups with zero server compute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System Architecture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951756"/>
            <a:ext cx="10698480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1E293B"/>
                </a:solidFill>
                <a:latin typeface="Arial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IntelliDocs divides operations into an Offline Ingestion Pipeline and an Online Q&amp;A Loop.</a:t>
            </a:r>
          </a:p>
          <a:p>
            <a:pPr>
              <a:spcAft>
                <a:spcPts val="12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Ingestion Pipeline (Offline) 
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Scans the 'documents/' folder, extracts text from file formats, and maps raw text elements into standardized Document schemas.</a:t>
            </a:r>
          </a:p>
          <a:p>
            <a:pPr>
              <a:spcAft>
                <a:spcPts val="12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Semantic Processing 
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Segments the loaded text into overlap-protected chunks and computes dense embeddings vectors using Google's Gemini API.</a:t>
            </a:r>
          </a:p>
          <a:p>
            <a:pPr>
              <a:spcAft>
                <a:spcPts val="12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Storage &amp; Indexing 
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Builds a local indexes using the FAISS algorithm to allow ultra-fast similarity checking without high-latency databases.</a:t>
            </a:r>
          </a:p>
          <a:p>
            <a:pPr>
              <a:spcAft>
                <a:spcPts val="1200"/>
              </a:spcAf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Conversation Query Loop (Online) 
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Executes cosine-similarity searches on incoming user prompts, compiles history and context into custom prompts, and queries gemini-3.6-flash.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340" y="2267143"/>
            <a:ext cx="1069848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loader scanning routes each document extension to its appropriate parsing class: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PDF Files (.pdf) ──&gt; </a:t>
            </a:r>
            <a:r>
              <a:rPr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PyPDFLoader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page-by-page character scanning to construct a continuous text stream.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Word Documents (.docx) ──&gt; </a:t>
            </a:r>
            <a:r>
              <a:rPr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UnstructuredWordDocumentLoader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Parses structured docx headings, paragraphs, and list blocks.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PowerPoint Slides (.pptx) ──&gt; </a:t>
            </a:r>
            <a:r>
              <a:rPr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UnstructuredPowerPointLoader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Scans text frames across all slides sequentially.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Tabular Data (.csv) ──&gt; </a:t>
            </a:r>
            <a:r>
              <a:rPr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CSVLoader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individual chunk records per database row for precise record matching.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Markdown / Text (.md, .txt) ──&gt; </a:t>
            </a:r>
            <a:r>
              <a:rPr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UnstructuredMarkdownLoader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TextLoader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markdown files or raw plain-text content cleanly.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Chunking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85042"/>
            <a:ext cx="10850880" cy="2687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Text Splitting Crucial?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▪  Context Window Limits: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files exceed LLM input capacities; breaking files down ensures context limits are never breached.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▪  Precision Retrieval: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Retrieving a short 500-character paragraph directly answering a question is far more precise than sending a whole 50-page document.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▪  Embedding Resolution: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models capture general themes. Short chunks retain high informational detail, preventing dilution of key facts.</a:t>
            </a:r>
          </a:p>
          <a:p>
            <a:pPr>
              <a:spcBef>
                <a:spcPts val="2000"/>
              </a:spcBef>
            </a:pP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Splitting Config: </a:t>
            </a:r>
            <a:r>
              <a:rPr sz="1400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RecursiveCharacterTextSplitter</a:t>
            </a:r>
            <a:r>
              <a:rPr sz="14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|  Chunk Size: 500 chars  |  Overlap: 100 chars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Vector Embeddings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385124"/>
            <a:ext cx="10525432" cy="20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Converting Text to High-Dimensional Vector Space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 Embedding Model Used: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Google's 'models/gemini-embedding-001' maps text chunks to dense numerical arrays.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 Mathematical Representation: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text chunk is translated into a 768 or 1536-dimensional coordinate vector representing its semantic footprint.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•  Concept-Based Matching: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similarity checking based on thematic intent. Queries for 'annual budget' successfully align with document text discussing 'yearly expenses' or 'fiscal planning' even if keywords do not 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VECTOR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 with FAISS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3284" y="1920895"/>
            <a:ext cx="1052543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 AI Similarity Search (FAISS) 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 optimized C++ library compiled for rapid, highly-efficient nearest neighbor search on dense vectors.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Database Overhead 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FAISS indexes are stored locally as serialized files under the '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vectorstore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/' folder. This avoids setting up and paying for cloud-hosted databases.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Loading &amp; Deserialization 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Loads indices into memory instantly. The application invokes local deserialization safely: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↳ Code implementation 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FAISS.load_local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vectorstore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embeddings,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allow_dangerous_deserialization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&amp; Similarity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5406" y="2103120"/>
            <a:ext cx="10574594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retriever =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db.as_retriever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search_kwargs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={'k': 3})
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Initializes the index as a standard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retriever returning the top 3 most similar document chunks.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 Similarity Metric
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Calculates Euclidean/Cosine distances between the user's question embedding vector and all indexed document chunk vectors.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Extraction &amp; Concatenation
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Fetches the text content of the top-3 chunks and merges them using double newlines to build the raw knowledge block injected into the LLM.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QA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QA Engine (LLM)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6019" y="2334178"/>
            <a:ext cx="10259961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Language Model Selection: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3.6 Flash ('gemini-3.6-flash') is used to generate natural language replies. Flash is fast, cost-effective, and handles structures smoothly.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Low-Creativity Configuration: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is locked at '0.3' to ensure factual grounding, preventing creative embellishments and prioritizing documentation precision.</a:t>
            </a:r>
          </a:p>
          <a:p>
            <a:pPr>
              <a:spcAft>
                <a:spcPts val="14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Strict Contextual Grounding: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LLM prompt instructs the model to use *only* the retrieved snippets. If the required information is absent, the model states it does not know, preventing hallucinations.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History &amp;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1345" y="1920895"/>
            <a:ext cx="1050576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Memory Persistence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Maintains a run-time chat log inside '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chat_history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 as a list of (Question, Answer) text pairings.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Sliding Buffer Strategy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Prepend only the last 3 exchanges (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chat_history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[-3:]) to avoid exceeding prompt sizes and to ensure recent context stays relevant.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Advantages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Enables pronoun resolution and sequential instruction. For example: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↳ Conversation Example
</a:t>
            </a:r>
            <a:r>
              <a:rPr sz="1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User: 'Who is the CEO?' ──&gt; AI: 'Alice Smith.' ──&gt; User: 'How long has she worked here?'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Construction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10178" y="1921223"/>
            <a:ext cx="9621848" cy="218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Compilation of RAG Prompts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▪  Instructions Block: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the core instruction: 'Use the following context to answer the user's question.'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▪  Context Block: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Injects the raw concatenated text chunks extracted by the retriever.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▪  Conversation History Block: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Injects formatting strings detailing user and agent interactions from previous messages.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▪  Question Block: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Appends the current user query to initiate generation.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 User Interface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264061"/>
            <a:ext cx="1069848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1. Initialization Check: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executing 'python app.py', the script verifies if the '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vectorstore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/' folder exists on disk. If not, it warns the user and gracefully exits.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2. Interactive Input Loop: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Launches a persistent 'while True' terminal loop prompting user text entry with the 'You : ' indicator.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3. Response Output: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generated answers in real time, catching database exceptions and API transmission errors safely.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4. Exit Condition: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Terminates the interactive session cleanly when the user inputs 'exit'.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Stack &amp; Dependencies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49135"/>
            <a:ext cx="1069848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-community  ──&gt;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pipeline orchestration, linking document loaders, loaders logic, retrievers, and LLM interfaces.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-google-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──&gt;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Google's Generative AI API (Embeddings &amp; Gemini Chat LLM) directly into the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pipeline.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faiss-cpu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──&gt;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indices locally as dense vectors and computes similarity checking without external GPU requirements.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python-docx / python-pptx / 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pypdf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──&gt;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raw file format loaders supporting word documents, slideshow slides, and PDF page streams.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python-</a:t>
            </a:r>
            <a:r>
              <a:rPr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──&gt;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Secures local configuration variables (API keys) by loading environmental properties from a local '.env' 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System 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922919"/>
            <a:ext cx="1069848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✔  No Database Costs: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FAISS indices mean there are no database license fees, cloud charges, or maintenance overhead.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✔  Maximum Offline Portability: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Indices remain as local files. The entire knowledge base can be packaged, zipped, or moved instantly.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✔  Extensible Document Support: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support for a new format only requires pointing its extension to a new </a:t>
            </a:r>
            <a:r>
              <a:rPr sz="1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Document Loader in 'ingest.py'.</a:t>
            </a:r>
          </a:p>
          <a:p>
            <a:pPr>
              <a:spcAft>
                <a:spcPts val="120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✔  Factual Grounding: </a:t>
            </a:r>
            <a:r>
              <a:rPr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queries anchor answers directly in document source text, avoiding common LLM hallucination issues.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Arial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1. Dynamic Web UI: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 the terminal interface to a responsive React/Vite dashboard or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frontend for non-developer usability.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2. Optical Character Recognition (OCR):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Incorporate OCR engines to extract text from scanned paper PDF documents, images, and diagrams.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3. Advanced RAG Retrievers: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parent-document retrieval and semantic </a:t>
            </a:r>
            <a:r>
              <a:rPr sz="1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rerankers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answer quality for complex or dense documents.</a:t>
            </a:r>
          </a:p>
          <a:p>
            <a:pPr>
              <a:spcAft>
                <a:spcPts val="1400"/>
              </a:spcAft>
            </a:pPr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4. Enterprise Data Integrations: </a:t>
            </a:r>
            <a:r>
              <a:rPr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ingestion capabilities to scan cloud directories (SharePoint, Google Drive) and corporate databases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</TotalTime>
  <Words>1490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Suvarna Lakshmi</cp:lastModifiedBy>
  <cp:revision>2</cp:revision>
  <dcterms:created xsi:type="dcterms:W3CDTF">2013-01-27T09:14:16Z</dcterms:created>
  <dcterms:modified xsi:type="dcterms:W3CDTF">2026-07-27T15:15:08Z</dcterms:modified>
  <cp:category/>
</cp:coreProperties>
</file>